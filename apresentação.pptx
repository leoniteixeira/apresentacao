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4" r:id="rId4"/>
    <p:sldId id="263" r:id="rId5"/>
    <p:sldId id="260" r:id="rId6"/>
    <p:sldId id="265" r:id="rId7"/>
    <p:sldId id="26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5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6C3A21-0589-4CF0-B322-C206D2EF511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AE2E27B-D8A6-47C0-881B-EE0B241B23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Metodologia</a:t>
          </a:r>
          <a:endParaRPr lang="en-US"/>
        </a:p>
      </dgm:t>
    </dgm:pt>
    <dgm:pt modelId="{CB97F9D6-B705-44EB-8C8C-1091141C0E4C}" type="parTrans" cxnId="{AEE92924-2E1C-430E-88C5-B05508383424}">
      <dgm:prSet/>
      <dgm:spPr/>
      <dgm:t>
        <a:bodyPr/>
        <a:lstStyle/>
        <a:p>
          <a:endParaRPr lang="en-US"/>
        </a:p>
      </dgm:t>
    </dgm:pt>
    <dgm:pt modelId="{A8240C6D-F0F3-4E9E-9ADE-A4AFD1FE7B81}" type="sibTrans" cxnId="{AEE92924-2E1C-430E-88C5-B05508383424}">
      <dgm:prSet/>
      <dgm:spPr/>
      <dgm:t>
        <a:bodyPr/>
        <a:lstStyle/>
        <a:p>
          <a:endParaRPr lang="en-US"/>
        </a:p>
      </dgm:t>
    </dgm:pt>
    <dgm:pt modelId="{E458D270-6902-49F1-A24A-02AA321A53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Ferramentas</a:t>
          </a:r>
          <a:endParaRPr lang="en-US"/>
        </a:p>
      </dgm:t>
    </dgm:pt>
    <dgm:pt modelId="{0711309B-9D93-4166-BFDF-9672926CCA7C}" type="parTrans" cxnId="{4D1AD904-5065-4A38-B651-DC0180C268E6}">
      <dgm:prSet/>
      <dgm:spPr/>
      <dgm:t>
        <a:bodyPr/>
        <a:lstStyle/>
        <a:p>
          <a:endParaRPr lang="en-US"/>
        </a:p>
      </dgm:t>
    </dgm:pt>
    <dgm:pt modelId="{6CFC7272-6CF8-4A7E-BD5E-4FE553D7600F}" type="sibTrans" cxnId="{4D1AD904-5065-4A38-B651-DC0180C268E6}">
      <dgm:prSet/>
      <dgm:spPr/>
      <dgm:t>
        <a:bodyPr/>
        <a:lstStyle/>
        <a:p>
          <a:endParaRPr lang="en-US"/>
        </a:p>
      </dgm:t>
    </dgm:pt>
    <dgm:pt modelId="{BA183C5D-D0E8-4B7D-87CA-8B1D867692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Documentação</a:t>
          </a:r>
          <a:endParaRPr lang="en-US"/>
        </a:p>
      </dgm:t>
    </dgm:pt>
    <dgm:pt modelId="{99E26245-D79A-43B6-9A80-CEFCEEC9CB24}" type="parTrans" cxnId="{C1F4DA77-534F-4C93-9140-F067EDA12A08}">
      <dgm:prSet/>
      <dgm:spPr/>
      <dgm:t>
        <a:bodyPr/>
        <a:lstStyle/>
        <a:p>
          <a:endParaRPr lang="en-US"/>
        </a:p>
      </dgm:t>
    </dgm:pt>
    <dgm:pt modelId="{E77C9088-2FE1-4A87-AF18-CAC1B95F8035}" type="sibTrans" cxnId="{C1F4DA77-534F-4C93-9140-F067EDA12A08}">
      <dgm:prSet/>
      <dgm:spPr/>
      <dgm:t>
        <a:bodyPr/>
        <a:lstStyle/>
        <a:p>
          <a:endParaRPr lang="en-US"/>
        </a:p>
      </dgm:t>
    </dgm:pt>
    <dgm:pt modelId="{071D77F9-60AB-478B-85D8-452C5E5027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Tecnologias</a:t>
          </a:r>
          <a:endParaRPr lang="en-US"/>
        </a:p>
      </dgm:t>
    </dgm:pt>
    <dgm:pt modelId="{4677CC04-C6A3-4B92-BA25-C57D004EC282}" type="parTrans" cxnId="{8DDBCA4F-B20E-4C3E-BC17-C5CC92B1BF81}">
      <dgm:prSet/>
      <dgm:spPr/>
      <dgm:t>
        <a:bodyPr/>
        <a:lstStyle/>
        <a:p>
          <a:endParaRPr lang="en-US"/>
        </a:p>
      </dgm:t>
    </dgm:pt>
    <dgm:pt modelId="{35D59EEE-528F-4E0E-BC18-C64125172979}" type="sibTrans" cxnId="{8DDBCA4F-B20E-4C3E-BC17-C5CC92B1BF81}">
      <dgm:prSet/>
      <dgm:spPr/>
      <dgm:t>
        <a:bodyPr/>
        <a:lstStyle/>
        <a:p>
          <a:endParaRPr lang="en-US"/>
        </a:p>
      </dgm:t>
    </dgm:pt>
    <dgm:pt modelId="{03D4704E-E472-439F-9977-6A992709B2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Resultado</a:t>
          </a:r>
          <a:endParaRPr lang="en-US"/>
        </a:p>
      </dgm:t>
    </dgm:pt>
    <dgm:pt modelId="{2304730D-ABAD-4DE2-A8CC-650F19CDBAC9}" type="parTrans" cxnId="{59E27A18-BAC1-42A1-8C71-D8D19B06E551}">
      <dgm:prSet/>
      <dgm:spPr/>
      <dgm:t>
        <a:bodyPr/>
        <a:lstStyle/>
        <a:p>
          <a:endParaRPr lang="en-US"/>
        </a:p>
      </dgm:t>
    </dgm:pt>
    <dgm:pt modelId="{A3778FEB-7368-464A-8716-45436F73DD6D}" type="sibTrans" cxnId="{59E27A18-BAC1-42A1-8C71-D8D19B06E551}">
      <dgm:prSet/>
      <dgm:spPr/>
      <dgm:t>
        <a:bodyPr/>
        <a:lstStyle/>
        <a:p>
          <a:endParaRPr lang="en-US"/>
        </a:p>
      </dgm:t>
    </dgm:pt>
    <dgm:pt modelId="{4A68B5D3-4B9B-4592-A7CD-DF2756662A50}" type="pres">
      <dgm:prSet presAssocID="{5A6C3A21-0589-4CF0-B322-C206D2EF511D}" presName="root" presStyleCnt="0">
        <dgm:presLayoutVars>
          <dgm:dir/>
          <dgm:resizeHandles val="exact"/>
        </dgm:presLayoutVars>
      </dgm:prSet>
      <dgm:spPr/>
    </dgm:pt>
    <dgm:pt modelId="{80D2C94C-94A0-4D3A-924D-3D0CDEAE108F}" type="pres">
      <dgm:prSet presAssocID="{7AE2E27B-D8A6-47C0-881B-EE0B241B2346}" presName="compNode" presStyleCnt="0"/>
      <dgm:spPr/>
    </dgm:pt>
    <dgm:pt modelId="{4CA5BB94-F7CA-493C-AA18-D18AEC9564A6}" type="pres">
      <dgm:prSet presAssocID="{7AE2E27B-D8A6-47C0-881B-EE0B241B2346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352464D-F19C-441B-BE98-3B323C251FB7}" type="pres">
      <dgm:prSet presAssocID="{7AE2E27B-D8A6-47C0-881B-EE0B241B234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81DA1F9-4F17-450B-AD5D-90C2CC18CDFD}" type="pres">
      <dgm:prSet presAssocID="{7AE2E27B-D8A6-47C0-881B-EE0B241B2346}" presName="spaceRect" presStyleCnt="0"/>
      <dgm:spPr/>
    </dgm:pt>
    <dgm:pt modelId="{7A76ADEA-D86E-409D-A46B-9DC557EE6737}" type="pres">
      <dgm:prSet presAssocID="{7AE2E27B-D8A6-47C0-881B-EE0B241B2346}" presName="textRect" presStyleLbl="revTx" presStyleIdx="0" presStyleCnt="5">
        <dgm:presLayoutVars>
          <dgm:chMax val="1"/>
          <dgm:chPref val="1"/>
        </dgm:presLayoutVars>
      </dgm:prSet>
      <dgm:spPr/>
    </dgm:pt>
    <dgm:pt modelId="{3CA77D95-00A0-42CC-9611-2A8EECE88916}" type="pres">
      <dgm:prSet presAssocID="{A8240C6D-F0F3-4E9E-9ADE-A4AFD1FE7B81}" presName="sibTrans" presStyleCnt="0"/>
      <dgm:spPr/>
    </dgm:pt>
    <dgm:pt modelId="{C383B224-B692-4AD7-8223-09A781A6F97C}" type="pres">
      <dgm:prSet presAssocID="{E458D270-6902-49F1-A24A-02AA321A53B4}" presName="compNode" presStyleCnt="0"/>
      <dgm:spPr/>
    </dgm:pt>
    <dgm:pt modelId="{5BC5A845-C6AF-40E7-B1AF-4A8D5E3CE3AF}" type="pres">
      <dgm:prSet presAssocID="{E458D270-6902-49F1-A24A-02AA321A53B4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E501FE8-B396-4392-A827-BEC89DC0D4DA}" type="pres">
      <dgm:prSet presAssocID="{E458D270-6902-49F1-A24A-02AA321A53B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4128CE61-4128-4B71-B0B0-8DEA90F823A4}" type="pres">
      <dgm:prSet presAssocID="{E458D270-6902-49F1-A24A-02AA321A53B4}" presName="spaceRect" presStyleCnt="0"/>
      <dgm:spPr/>
    </dgm:pt>
    <dgm:pt modelId="{1158EB0C-F923-4512-B5BD-E040D878B951}" type="pres">
      <dgm:prSet presAssocID="{E458D270-6902-49F1-A24A-02AA321A53B4}" presName="textRect" presStyleLbl="revTx" presStyleIdx="1" presStyleCnt="5">
        <dgm:presLayoutVars>
          <dgm:chMax val="1"/>
          <dgm:chPref val="1"/>
        </dgm:presLayoutVars>
      </dgm:prSet>
      <dgm:spPr/>
    </dgm:pt>
    <dgm:pt modelId="{721BA6FB-65B2-40BC-ACFC-FF40B0A603DF}" type="pres">
      <dgm:prSet presAssocID="{6CFC7272-6CF8-4A7E-BD5E-4FE553D7600F}" presName="sibTrans" presStyleCnt="0"/>
      <dgm:spPr/>
    </dgm:pt>
    <dgm:pt modelId="{168FA998-8691-4A8B-B5FA-6DF20FE02B79}" type="pres">
      <dgm:prSet presAssocID="{BA183C5D-D0E8-4B7D-87CA-8B1D86769203}" presName="compNode" presStyleCnt="0"/>
      <dgm:spPr/>
    </dgm:pt>
    <dgm:pt modelId="{FC1DB50D-7804-4370-A60F-0AB780237C17}" type="pres">
      <dgm:prSet presAssocID="{BA183C5D-D0E8-4B7D-87CA-8B1D86769203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8F5FC33-CFAD-4E4A-947A-4A90D7C40A85}" type="pres">
      <dgm:prSet presAssocID="{BA183C5D-D0E8-4B7D-87CA-8B1D8676920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BEE88A2-7D80-446C-A9F2-6099B4ABAFEE}" type="pres">
      <dgm:prSet presAssocID="{BA183C5D-D0E8-4B7D-87CA-8B1D86769203}" presName="spaceRect" presStyleCnt="0"/>
      <dgm:spPr/>
    </dgm:pt>
    <dgm:pt modelId="{1504FD71-BA8E-462C-8C27-E91B83BBAC1B}" type="pres">
      <dgm:prSet presAssocID="{BA183C5D-D0E8-4B7D-87CA-8B1D86769203}" presName="textRect" presStyleLbl="revTx" presStyleIdx="2" presStyleCnt="5">
        <dgm:presLayoutVars>
          <dgm:chMax val="1"/>
          <dgm:chPref val="1"/>
        </dgm:presLayoutVars>
      </dgm:prSet>
      <dgm:spPr/>
    </dgm:pt>
    <dgm:pt modelId="{E27206D3-D36B-4A22-A976-9F342FC0ADE9}" type="pres">
      <dgm:prSet presAssocID="{E77C9088-2FE1-4A87-AF18-CAC1B95F8035}" presName="sibTrans" presStyleCnt="0"/>
      <dgm:spPr/>
    </dgm:pt>
    <dgm:pt modelId="{BD1D884D-13C1-4D76-83AF-D1D9BFA5EB6E}" type="pres">
      <dgm:prSet presAssocID="{071D77F9-60AB-478B-85D8-452C5E50274A}" presName="compNode" presStyleCnt="0"/>
      <dgm:spPr/>
    </dgm:pt>
    <dgm:pt modelId="{22AB2C61-E84E-4A66-8DA1-C4C52E188715}" type="pres">
      <dgm:prSet presAssocID="{071D77F9-60AB-478B-85D8-452C5E50274A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55FF739-1D1F-404D-83A0-FF0028545427}" type="pres">
      <dgm:prSet presAssocID="{071D77F9-60AB-478B-85D8-452C5E50274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1FDC4B92-0521-438E-A3AA-EF31B8A3262F}" type="pres">
      <dgm:prSet presAssocID="{071D77F9-60AB-478B-85D8-452C5E50274A}" presName="spaceRect" presStyleCnt="0"/>
      <dgm:spPr/>
    </dgm:pt>
    <dgm:pt modelId="{6DDD82C1-C5D0-4E22-AC6B-2EBC2C81A87F}" type="pres">
      <dgm:prSet presAssocID="{071D77F9-60AB-478B-85D8-452C5E50274A}" presName="textRect" presStyleLbl="revTx" presStyleIdx="3" presStyleCnt="5">
        <dgm:presLayoutVars>
          <dgm:chMax val="1"/>
          <dgm:chPref val="1"/>
        </dgm:presLayoutVars>
      </dgm:prSet>
      <dgm:spPr/>
    </dgm:pt>
    <dgm:pt modelId="{7AC9F282-5798-4003-ABB3-B31C58C440DB}" type="pres">
      <dgm:prSet presAssocID="{35D59EEE-528F-4E0E-BC18-C64125172979}" presName="sibTrans" presStyleCnt="0"/>
      <dgm:spPr/>
    </dgm:pt>
    <dgm:pt modelId="{9D907A59-0A02-4208-9DBD-E7A1996FF262}" type="pres">
      <dgm:prSet presAssocID="{03D4704E-E472-439F-9977-6A992709B26D}" presName="compNode" presStyleCnt="0"/>
      <dgm:spPr/>
    </dgm:pt>
    <dgm:pt modelId="{C15CA348-4792-4081-8350-1B3672EE7EA2}" type="pres">
      <dgm:prSet presAssocID="{03D4704E-E472-439F-9977-6A992709B26D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B8299DE-40F4-48AB-A3CD-884BF7080248}" type="pres">
      <dgm:prSet presAssocID="{03D4704E-E472-439F-9977-6A992709B26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613D0366-1FF0-4F11-B6D0-409331D663EB}" type="pres">
      <dgm:prSet presAssocID="{03D4704E-E472-439F-9977-6A992709B26D}" presName="spaceRect" presStyleCnt="0"/>
      <dgm:spPr/>
    </dgm:pt>
    <dgm:pt modelId="{0A15A663-A42F-47E8-A9CB-4F95497A4D17}" type="pres">
      <dgm:prSet presAssocID="{03D4704E-E472-439F-9977-6A992709B26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D1AD904-5065-4A38-B651-DC0180C268E6}" srcId="{5A6C3A21-0589-4CF0-B322-C206D2EF511D}" destId="{E458D270-6902-49F1-A24A-02AA321A53B4}" srcOrd="1" destOrd="0" parTransId="{0711309B-9D93-4166-BFDF-9672926CCA7C}" sibTransId="{6CFC7272-6CF8-4A7E-BD5E-4FE553D7600F}"/>
    <dgm:cxn modelId="{59E27A18-BAC1-42A1-8C71-D8D19B06E551}" srcId="{5A6C3A21-0589-4CF0-B322-C206D2EF511D}" destId="{03D4704E-E472-439F-9977-6A992709B26D}" srcOrd="4" destOrd="0" parTransId="{2304730D-ABAD-4DE2-A8CC-650F19CDBAC9}" sibTransId="{A3778FEB-7368-464A-8716-45436F73DD6D}"/>
    <dgm:cxn modelId="{AEE92924-2E1C-430E-88C5-B05508383424}" srcId="{5A6C3A21-0589-4CF0-B322-C206D2EF511D}" destId="{7AE2E27B-D8A6-47C0-881B-EE0B241B2346}" srcOrd="0" destOrd="0" parTransId="{CB97F9D6-B705-44EB-8C8C-1091141C0E4C}" sibTransId="{A8240C6D-F0F3-4E9E-9ADE-A4AFD1FE7B81}"/>
    <dgm:cxn modelId="{6031AA60-7C96-4006-8C4F-7CA03A57E4BF}" type="presOf" srcId="{BA183C5D-D0E8-4B7D-87CA-8B1D86769203}" destId="{1504FD71-BA8E-462C-8C27-E91B83BBAC1B}" srcOrd="0" destOrd="0" presId="urn:microsoft.com/office/officeart/2018/5/layout/IconLeafLabelList"/>
    <dgm:cxn modelId="{DB8B8262-2010-49DD-AF2C-83CA0C064B67}" type="presOf" srcId="{5A6C3A21-0589-4CF0-B322-C206D2EF511D}" destId="{4A68B5D3-4B9B-4592-A7CD-DF2756662A50}" srcOrd="0" destOrd="0" presId="urn:microsoft.com/office/officeart/2018/5/layout/IconLeafLabelList"/>
    <dgm:cxn modelId="{ABDDE163-D35A-490C-90C4-D34263B9A26D}" type="presOf" srcId="{071D77F9-60AB-478B-85D8-452C5E50274A}" destId="{6DDD82C1-C5D0-4E22-AC6B-2EBC2C81A87F}" srcOrd="0" destOrd="0" presId="urn:microsoft.com/office/officeart/2018/5/layout/IconLeafLabelList"/>
    <dgm:cxn modelId="{8DDBCA4F-B20E-4C3E-BC17-C5CC92B1BF81}" srcId="{5A6C3A21-0589-4CF0-B322-C206D2EF511D}" destId="{071D77F9-60AB-478B-85D8-452C5E50274A}" srcOrd="3" destOrd="0" parTransId="{4677CC04-C6A3-4B92-BA25-C57D004EC282}" sibTransId="{35D59EEE-528F-4E0E-BC18-C64125172979}"/>
    <dgm:cxn modelId="{689BF053-A983-4D96-97BF-A59BCF74B638}" type="presOf" srcId="{E458D270-6902-49F1-A24A-02AA321A53B4}" destId="{1158EB0C-F923-4512-B5BD-E040D878B951}" srcOrd="0" destOrd="0" presId="urn:microsoft.com/office/officeart/2018/5/layout/IconLeafLabelList"/>
    <dgm:cxn modelId="{C1F4DA77-534F-4C93-9140-F067EDA12A08}" srcId="{5A6C3A21-0589-4CF0-B322-C206D2EF511D}" destId="{BA183C5D-D0E8-4B7D-87CA-8B1D86769203}" srcOrd="2" destOrd="0" parTransId="{99E26245-D79A-43B6-9A80-CEFCEEC9CB24}" sibTransId="{E77C9088-2FE1-4A87-AF18-CAC1B95F8035}"/>
    <dgm:cxn modelId="{075A20BE-26B4-48CD-BA1F-5054ED84E7FC}" type="presOf" srcId="{7AE2E27B-D8A6-47C0-881B-EE0B241B2346}" destId="{7A76ADEA-D86E-409D-A46B-9DC557EE6737}" srcOrd="0" destOrd="0" presId="urn:microsoft.com/office/officeart/2018/5/layout/IconLeafLabelList"/>
    <dgm:cxn modelId="{DDD59DCD-7181-40DE-9E13-AEB764CC62C4}" type="presOf" srcId="{03D4704E-E472-439F-9977-6A992709B26D}" destId="{0A15A663-A42F-47E8-A9CB-4F95497A4D17}" srcOrd="0" destOrd="0" presId="urn:microsoft.com/office/officeart/2018/5/layout/IconLeafLabelList"/>
    <dgm:cxn modelId="{5EB37A70-3A41-4B60-A63E-9B7D04262C5B}" type="presParOf" srcId="{4A68B5D3-4B9B-4592-A7CD-DF2756662A50}" destId="{80D2C94C-94A0-4D3A-924D-3D0CDEAE108F}" srcOrd="0" destOrd="0" presId="urn:microsoft.com/office/officeart/2018/5/layout/IconLeafLabelList"/>
    <dgm:cxn modelId="{A3F1F32C-4E4A-4589-9B45-5EA83D163714}" type="presParOf" srcId="{80D2C94C-94A0-4D3A-924D-3D0CDEAE108F}" destId="{4CA5BB94-F7CA-493C-AA18-D18AEC9564A6}" srcOrd="0" destOrd="0" presId="urn:microsoft.com/office/officeart/2018/5/layout/IconLeafLabelList"/>
    <dgm:cxn modelId="{820134E3-8E2B-43C7-AD03-057549B98BEE}" type="presParOf" srcId="{80D2C94C-94A0-4D3A-924D-3D0CDEAE108F}" destId="{F352464D-F19C-441B-BE98-3B323C251FB7}" srcOrd="1" destOrd="0" presId="urn:microsoft.com/office/officeart/2018/5/layout/IconLeafLabelList"/>
    <dgm:cxn modelId="{096EC43D-1E87-4684-AC3F-237F5089171A}" type="presParOf" srcId="{80D2C94C-94A0-4D3A-924D-3D0CDEAE108F}" destId="{581DA1F9-4F17-450B-AD5D-90C2CC18CDFD}" srcOrd="2" destOrd="0" presId="urn:microsoft.com/office/officeart/2018/5/layout/IconLeafLabelList"/>
    <dgm:cxn modelId="{E5B4F801-97D4-4566-A9A7-74AE733A6FD3}" type="presParOf" srcId="{80D2C94C-94A0-4D3A-924D-3D0CDEAE108F}" destId="{7A76ADEA-D86E-409D-A46B-9DC557EE6737}" srcOrd="3" destOrd="0" presId="urn:microsoft.com/office/officeart/2018/5/layout/IconLeafLabelList"/>
    <dgm:cxn modelId="{FA91AF75-6E24-4EB0-ADB8-B8C3215D1638}" type="presParOf" srcId="{4A68B5D3-4B9B-4592-A7CD-DF2756662A50}" destId="{3CA77D95-00A0-42CC-9611-2A8EECE88916}" srcOrd="1" destOrd="0" presId="urn:microsoft.com/office/officeart/2018/5/layout/IconLeafLabelList"/>
    <dgm:cxn modelId="{E0C06C17-F430-4F41-BC55-E87A0DCD2D24}" type="presParOf" srcId="{4A68B5D3-4B9B-4592-A7CD-DF2756662A50}" destId="{C383B224-B692-4AD7-8223-09A781A6F97C}" srcOrd="2" destOrd="0" presId="urn:microsoft.com/office/officeart/2018/5/layout/IconLeafLabelList"/>
    <dgm:cxn modelId="{87A06922-BF12-4683-BAFB-0619048348B0}" type="presParOf" srcId="{C383B224-B692-4AD7-8223-09A781A6F97C}" destId="{5BC5A845-C6AF-40E7-B1AF-4A8D5E3CE3AF}" srcOrd="0" destOrd="0" presId="urn:microsoft.com/office/officeart/2018/5/layout/IconLeafLabelList"/>
    <dgm:cxn modelId="{8A6C1C1E-B9FC-4C12-883B-91194E976492}" type="presParOf" srcId="{C383B224-B692-4AD7-8223-09A781A6F97C}" destId="{6E501FE8-B396-4392-A827-BEC89DC0D4DA}" srcOrd="1" destOrd="0" presId="urn:microsoft.com/office/officeart/2018/5/layout/IconLeafLabelList"/>
    <dgm:cxn modelId="{293F31AA-7A69-4D48-9A38-CDD98C36CE71}" type="presParOf" srcId="{C383B224-B692-4AD7-8223-09A781A6F97C}" destId="{4128CE61-4128-4B71-B0B0-8DEA90F823A4}" srcOrd="2" destOrd="0" presId="urn:microsoft.com/office/officeart/2018/5/layout/IconLeafLabelList"/>
    <dgm:cxn modelId="{2A9FE68B-DC98-4104-90AC-3FD9B98D4C2E}" type="presParOf" srcId="{C383B224-B692-4AD7-8223-09A781A6F97C}" destId="{1158EB0C-F923-4512-B5BD-E040D878B951}" srcOrd="3" destOrd="0" presId="urn:microsoft.com/office/officeart/2018/5/layout/IconLeafLabelList"/>
    <dgm:cxn modelId="{D07CFFB4-6BBE-41DB-B4F3-D4BF82753926}" type="presParOf" srcId="{4A68B5D3-4B9B-4592-A7CD-DF2756662A50}" destId="{721BA6FB-65B2-40BC-ACFC-FF40B0A603DF}" srcOrd="3" destOrd="0" presId="urn:microsoft.com/office/officeart/2018/5/layout/IconLeafLabelList"/>
    <dgm:cxn modelId="{9DCD8CCC-B037-40D7-9A9A-74CA33DD52EB}" type="presParOf" srcId="{4A68B5D3-4B9B-4592-A7CD-DF2756662A50}" destId="{168FA998-8691-4A8B-B5FA-6DF20FE02B79}" srcOrd="4" destOrd="0" presId="urn:microsoft.com/office/officeart/2018/5/layout/IconLeafLabelList"/>
    <dgm:cxn modelId="{B482EE6C-6AE4-4A8D-B61F-BE35709D7F93}" type="presParOf" srcId="{168FA998-8691-4A8B-B5FA-6DF20FE02B79}" destId="{FC1DB50D-7804-4370-A60F-0AB780237C17}" srcOrd="0" destOrd="0" presId="urn:microsoft.com/office/officeart/2018/5/layout/IconLeafLabelList"/>
    <dgm:cxn modelId="{2913FCEE-B889-4882-A4DC-1F1134B7A28A}" type="presParOf" srcId="{168FA998-8691-4A8B-B5FA-6DF20FE02B79}" destId="{18F5FC33-CFAD-4E4A-947A-4A90D7C40A85}" srcOrd="1" destOrd="0" presId="urn:microsoft.com/office/officeart/2018/5/layout/IconLeafLabelList"/>
    <dgm:cxn modelId="{8FDE00D9-D6D6-4925-B65A-5B6A316A1C48}" type="presParOf" srcId="{168FA998-8691-4A8B-B5FA-6DF20FE02B79}" destId="{4BEE88A2-7D80-446C-A9F2-6099B4ABAFEE}" srcOrd="2" destOrd="0" presId="urn:microsoft.com/office/officeart/2018/5/layout/IconLeafLabelList"/>
    <dgm:cxn modelId="{61552174-AAA1-4A4B-985A-DF19CD3ACF40}" type="presParOf" srcId="{168FA998-8691-4A8B-B5FA-6DF20FE02B79}" destId="{1504FD71-BA8E-462C-8C27-E91B83BBAC1B}" srcOrd="3" destOrd="0" presId="urn:microsoft.com/office/officeart/2018/5/layout/IconLeafLabelList"/>
    <dgm:cxn modelId="{5D82DD73-574F-4F10-9D4F-5AD4C679E77C}" type="presParOf" srcId="{4A68B5D3-4B9B-4592-A7CD-DF2756662A50}" destId="{E27206D3-D36B-4A22-A976-9F342FC0ADE9}" srcOrd="5" destOrd="0" presId="urn:microsoft.com/office/officeart/2018/5/layout/IconLeafLabelList"/>
    <dgm:cxn modelId="{255D2BDD-E788-43DD-9304-D5D094AF6126}" type="presParOf" srcId="{4A68B5D3-4B9B-4592-A7CD-DF2756662A50}" destId="{BD1D884D-13C1-4D76-83AF-D1D9BFA5EB6E}" srcOrd="6" destOrd="0" presId="urn:microsoft.com/office/officeart/2018/5/layout/IconLeafLabelList"/>
    <dgm:cxn modelId="{71B54617-7AA5-4E63-9FA3-A60D9EEA5A2E}" type="presParOf" srcId="{BD1D884D-13C1-4D76-83AF-D1D9BFA5EB6E}" destId="{22AB2C61-E84E-4A66-8DA1-C4C52E188715}" srcOrd="0" destOrd="0" presId="urn:microsoft.com/office/officeart/2018/5/layout/IconLeafLabelList"/>
    <dgm:cxn modelId="{6FFEA2FA-8E78-4AB1-8090-E642D4FEC049}" type="presParOf" srcId="{BD1D884D-13C1-4D76-83AF-D1D9BFA5EB6E}" destId="{D55FF739-1D1F-404D-83A0-FF0028545427}" srcOrd="1" destOrd="0" presId="urn:microsoft.com/office/officeart/2018/5/layout/IconLeafLabelList"/>
    <dgm:cxn modelId="{2E263D9D-90BA-42BF-9471-E2DB56B7DB09}" type="presParOf" srcId="{BD1D884D-13C1-4D76-83AF-D1D9BFA5EB6E}" destId="{1FDC4B92-0521-438E-A3AA-EF31B8A3262F}" srcOrd="2" destOrd="0" presId="urn:microsoft.com/office/officeart/2018/5/layout/IconLeafLabelList"/>
    <dgm:cxn modelId="{505A3EC1-8B9B-457E-B335-E6ED2582966A}" type="presParOf" srcId="{BD1D884D-13C1-4D76-83AF-D1D9BFA5EB6E}" destId="{6DDD82C1-C5D0-4E22-AC6B-2EBC2C81A87F}" srcOrd="3" destOrd="0" presId="urn:microsoft.com/office/officeart/2018/5/layout/IconLeafLabelList"/>
    <dgm:cxn modelId="{956E858C-CB34-4421-A63D-E66B7236F31E}" type="presParOf" srcId="{4A68B5D3-4B9B-4592-A7CD-DF2756662A50}" destId="{7AC9F282-5798-4003-ABB3-B31C58C440DB}" srcOrd="7" destOrd="0" presId="urn:microsoft.com/office/officeart/2018/5/layout/IconLeafLabelList"/>
    <dgm:cxn modelId="{05C4E3F8-AEF7-404A-80F0-F0B04225FD96}" type="presParOf" srcId="{4A68B5D3-4B9B-4592-A7CD-DF2756662A50}" destId="{9D907A59-0A02-4208-9DBD-E7A1996FF262}" srcOrd="8" destOrd="0" presId="urn:microsoft.com/office/officeart/2018/5/layout/IconLeafLabelList"/>
    <dgm:cxn modelId="{BBF7E0DD-E1F0-4D87-9F09-27EA8B4A77FD}" type="presParOf" srcId="{9D907A59-0A02-4208-9DBD-E7A1996FF262}" destId="{C15CA348-4792-4081-8350-1B3672EE7EA2}" srcOrd="0" destOrd="0" presId="urn:microsoft.com/office/officeart/2018/5/layout/IconLeafLabelList"/>
    <dgm:cxn modelId="{41DFECEC-00E7-47CD-8D41-9FA0D65ACA66}" type="presParOf" srcId="{9D907A59-0A02-4208-9DBD-E7A1996FF262}" destId="{6B8299DE-40F4-48AB-A3CD-884BF7080248}" srcOrd="1" destOrd="0" presId="urn:microsoft.com/office/officeart/2018/5/layout/IconLeafLabelList"/>
    <dgm:cxn modelId="{E45CB666-3AFB-4E96-A4EC-6AD65ECBDEF1}" type="presParOf" srcId="{9D907A59-0A02-4208-9DBD-E7A1996FF262}" destId="{613D0366-1FF0-4F11-B6D0-409331D663EB}" srcOrd="2" destOrd="0" presId="urn:microsoft.com/office/officeart/2018/5/layout/IconLeafLabelList"/>
    <dgm:cxn modelId="{2C770F2D-7BF8-4C78-B27B-CC63272ED556}" type="presParOf" srcId="{9D907A59-0A02-4208-9DBD-E7A1996FF262}" destId="{0A15A663-A42F-47E8-A9CB-4F95497A4D1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5BB94-F7CA-493C-AA18-D18AEC9564A6}">
      <dsp:nvSpPr>
        <dsp:cNvPr id="0" name=""/>
        <dsp:cNvSpPr/>
      </dsp:nvSpPr>
      <dsp:spPr>
        <a:xfrm>
          <a:off x="47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2464D-F19C-441B-BE98-3B323C251FB7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ADEA-D86E-409D-A46B-9DC557EE6737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900" kern="1200"/>
            <a:t>Metodologia</a:t>
          </a:r>
          <a:endParaRPr lang="en-US" sz="1900" kern="1200"/>
        </a:p>
      </dsp:txBody>
      <dsp:txXfrm>
        <a:off x="127800" y="2535669"/>
        <a:ext cx="1800000" cy="720000"/>
      </dsp:txXfrm>
    </dsp:sp>
    <dsp:sp modelId="{5BC5A845-C6AF-40E7-B1AF-4A8D5E3CE3AF}">
      <dsp:nvSpPr>
        <dsp:cNvPr id="0" name=""/>
        <dsp:cNvSpPr/>
      </dsp:nvSpPr>
      <dsp:spPr>
        <a:xfrm>
          <a:off x="259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01FE8-B396-4392-A827-BEC89DC0D4DA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8EB0C-F923-4512-B5BD-E040D878B951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900" kern="1200"/>
            <a:t>Ferramentas</a:t>
          </a:r>
          <a:endParaRPr lang="en-US" sz="1900" kern="1200"/>
        </a:p>
      </dsp:txBody>
      <dsp:txXfrm>
        <a:off x="2242800" y="2535669"/>
        <a:ext cx="1800000" cy="720000"/>
      </dsp:txXfrm>
    </dsp:sp>
    <dsp:sp modelId="{FC1DB50D-7804-4370-A60F-0AB780237C17}">
      <dsp:nvSpPr>
        <dsp:cNvPr id="0" name=""/>
        <dsp:cNvSpPr/>
      </dsp:nvSpPr>
      <dsp:spPr>
        <a:xfrm>
          <a:off x="470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5FC33-CFAD-4E4A-947A-4A90D7C40A85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4FD71-BA8E-462C-8C27-E91B83BBAC1B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900" kern="1200"/>
            <a:t>Documentação</a:t>
          </a:r>
          <a:endParaRPr lang="en-US" sz="1900" kern="1200"/>
        </a:p>
      </dsp:txBody>
      <dsp:txXfrm>
        <a:off x="4357800" y="2535669"/>
        <a:ext cx="1800000" cy="720000"/>
      </dsp:txXfrm>
    </dsp:sp>
    <dsp:sp modelId="{22AB2C61-E84E-4A66-8DA1-C4C52E188715}">
      <dsp:nvSpPr>
        <dsp:cNvPr id="0" name=""/>
        <dsp:cNvSpPr/>
      </dsp:nvSpPr>
      <dsp:spPr>
        <a:xfrm>
          <a:off x="682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FF739-1D1F-404D-83A0-FF0028545427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D82C1-C5D0-4E22-AC6B-2EBC2C81A87F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900" kern="1200"/>
            <a:t>Tecnologias</a:t>
          </a:r>
          <a:endParaRPr lang="en-US" sz="1900" kern="1200"/>
        </a:p>
      </dsp:txBody>
      <dsp:txXfrm>
        <a:off x="6472800" y="2535669"/>
        <a:ext cx="1800000" cy="720000"/>
      </dsp:txXfrm>
    </dsp:sp>
    <dsp:sp modelId="{C15CA348-4792-4081-8350-1B3672EE7EA2}">
      <dsp:nvSpPr>
        <dsp:cNvPr id="0" name=""/>
        <dsp:cNvSpPr/>
      </dsp:nvSpPr>
      <dsp:spPr>
        <a:xfrm>
          <a:off x="893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299DE-40F4-48AB-A3CD-884BF7080248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5A663-A42F-47E8-A9CB-4F95497A4D17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900" kern="1200"/>
            <a:t>Resultado</a:t>
          </a:r>
          <a:endParaRPr lang="en-US" sz="1900" kern="1200"/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F93CF-DF0A-493E-9423-6452FBFB2B1A}" type="datetimeFigureOut">
              <a:rPr lang="pt-BR" smtClean="0"/>
              <a:t>26/06/2020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0EB86-1E3D-480A-AF44-FDE3F7E2C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078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C26E2-7050-4BBD-8099-E34D7D038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6D79C-3A66-4B79-A8CD-E74C47DF5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0B0403-753B-4EFB-A8E1-8FCF7664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F3F77-10EF-46BB-ACBA-E5B469D131FF}" type="datetime1">
              <a:rPr lang="pt-BR" smtClean="0"/>
              <a:t>26/06/2020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6288AC-85D5-47E3-A702-425FD6D1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1C61FF-B525-4F55-B75C-1417FD4C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130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15141-5D05-485B-B0E5-0F394F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740145-FD44-493E-917B-B57D88F5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12B934-8898-4D47-9939-D0A30D87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1005-4E45-40ED-B4C5-4D6E3D8D0B6A}" type="datetime1">
              <a:rPr lang="pt-BR" smtClean="0"/>
              <a:t>26/06/2020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407775-08CF-452F-9FDC-9ADE5D52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07B5DE-8EB6-4C51-A571-95BE8B95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3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CB11B-57AA-4300-973C-F398D38D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BE18F0-110D-4CA4-B713-4FF9F26A0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527DFB-090B-457B-813A-E74EF60D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CC61-1438-4B89-B22E-BA2E7A03B8FB}" type="datetime1">
              <a:rPr lang="pt-BR" smtClean="0"/>
              <a:t>26/06/2020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E75F2B-18C2-4035-B0E9-B768345C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FE3CF1-88C9-4A50-8E09-E86B253D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77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12830-0219-4D61-A692-19D4EE9A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0D0C65-2336-4F03-8328-A5285682B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6DFF24-E36E-41DB-8D3C-D4601BAED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7839AC-5391-4B93-924D-AAB05F09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3906-A5EB-4528-BBCD-4871B6ADB095}" type="datetime1">
              <a:rPr lang="pt-BR" smtClean="0"/>
              <a:t>26/06/2020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4CEFED-5E66-4BCB-B4D3-21C16B8B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103DE2-AE41-4839-B005-73063BB9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88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729FA-60B0-4273-9B09-2AD943F27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C81C95-1084-4467-883E-4BDFC6439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5E9974-3182-4FFF-8335-6DE5D107C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A42E43-D29C-4667-831E-D9E2DBDF8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C37E8B-97D5-48E4-906F-4C977DC6A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FEC812-B269-4177-98BD-DDB8404D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EB59-8D20-46BE-88BB-E7C1A22EEF89}" type="datetime1">
              <a:rPr lang="pt-BR" smtClean="0"/>
              <a:t>26/06/2020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DD4E3EA-1CF0-44FE-8857-1D4D238D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0ADB58-96EC-4BE0-A734-60608973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832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2DFBF-24D5-410D-93DF-8CA1140D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7869B0-9D23-4300-A888-DDFA1039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689F-83EC-4523-A3E9-FB8297BCB354}" type="datetime1">
              <a:rPr lang="pt-BR" smtClean="0"/>
              <a:t>26/06/2020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6D9F32-ADE9-41E7-9853-080996B1F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85FA4C-6B45-48E2-B55C-4DB42D30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42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A71105B-87A4-4F4B-809D-1B2A84E7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148A-5F13-42E5-8002-215D285934BD}" type="datetime1">
              <a:rPr lang="pt-BR" smtClean="0"/>
              <a:t>26/06/2020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F0BA2B5-FC7F-4083-89E7-A2EB924A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F9AF99-9C01-46EA-95CD-FE65303D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68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62B3C-FB29-42E0-9D45-71769A39B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777E9-2881-4DF6-A281-E9188254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48E082-E625-4075-BE7C-FA673EFE1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B9F9EF-BD6E-40AD-98F2-05D987E2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DB50-1C54-4005-A5D5-5FC92F9782C8}" type="datetime1">
              <a:rPr lang="pt-BR" smtClean="0"/>
              <a:t>26/06/2020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37D697-172F-46BF-9B84-BC9FBCEB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BB96BF-49DE-4A24-9B09-9B955B12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20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46734-C236-473A-9FDD-ADA5A12E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8CA2D5-0357-4D09-97D4-75BC71B23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5F8370-E2FD-4BE1-876B-82349F9A0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C2B4A0-2CB9-4F7D-8EB8-E4F6B349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5876-900F-418D-9314-CC6F47880882}" type="datetime1">
              <a:rPr lang="pt-BR" smtClean="0"/>
              <a:t>26/06/2020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E6B42B-1059-41F1-BC88-E45EE68F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9D9C89-472E-4E84-B086-FED9584D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271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FFCD9-3513-47C5-B2F0-BAD482D3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FE3435-35E4-444B-AB7B-6161A82BC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B739CD-4CE7-45F9-A7B0-6871F981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18DCC-F8E5-4D3E-A0EA-2BD7B55B19FE}" type="datetime1">
              <a:rPr lang="pt-BR" smtClean="0"/>
              <a:t>26/06/2020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A02DC5-9154-404C-9E0B-E80933BC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74554-9748-4EC0-BBCE-E8741B02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483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726056-08C4-4445-97D1-2A9183832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289680-06D1-45C0-B367-65B5F1114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23C0DE-1351-4A01-A12B-2585DE78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A993-DAEB-407D-89A2-A9A2D92DDBC0}" type="datetime1">
              <a:rPr lang="pt-BR" smtClean="0"/>
              <a:t>26/06/2020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4D458-304F-4CDF-B962-51E84EEF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47DA75-B7B1-4F82-9D97-9141968E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9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A3DA80-C734-437A-B183-B40EE728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65D84B-3E4A-48D4-836F-AA5CC7E7C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B2B9DE-80E5-42B2-982F-2D556772A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6DE08-0960-4ADD-BA3F-901EA345186D}" type="datetime1">
              <a:rPr lang="pt-BR" smtClean="0"/>
              <a:t>26/06/2020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AA41B9-0B80-4085-BBB7-6AD26062D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F5B43-7754-4EDB-A537-684C7ED9B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D7E70-B4A0-43C7-8395-8769D2D726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55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44AFB-4209-4D02-81C3-9765EFFF02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“Dengue”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8BFF89-E6F3-4021-9822-B9AAF00F5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900598-C22B-4A6F-A604-16DA653F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94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EFBBC-E32A-4F17-9A40-BBF3606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ÍNDICE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504EC6-93D9-43FB-82A2-C0BEBB5E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2</a:t>
            </a:fld>
            <a:endParaRPr lang="pt-BR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CBE2173-18FB-4045-9ED7-0F57B65E6E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8191915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82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47338-20FD-469A-B86F-57920A4A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23318B-FCBD-42A4-9AB4-10B7F618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3</a:t>
            </a:fld>
            <a:endParaRPr lang="pt-BR"/>
          </a:p>
        </p:txBody>
      </p:sp>
      <p:pic>
        <p:nvPicPr>
          <p:cNvPr id="9" name="Espaço Reservado para Conteúdo 8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114B8F87-5EDD-409C-B02B-5802E4176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537" y="1858169"/>
            <a:ext cx="8924925" cy="4286250"/>
          </a:xfrm>
        </p:spPr>
      </p:pic>
    </p:spTree>
    <p:extLst>
      <p:ext uri="{BB962C8B-B14F-4D97-AF65-F5344CB8AC3E}">
        <p14:creationId xmlns:p14="http://schemas.microsoft.com/office/powerpoint/2010/main" val="185956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D2D8C-C74C-45C6-8CEC-4539CD6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E87B6D-BC33-4AF4-84FC-8B80205A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4</a:t>
            </a:fld>
            <a:endParaRPr lang="pt-BR"/>
          </a:p>
        </p:txBody>
      </p:sp>
      <p:pic>
        <p:nvPicPr>
          <p:cNvPr id="5" name="Imagem 4" descr="Imagem em preto e branco&#10;&#10;Descrição gerada automaticamente">
            <a:extLst>
              <a:ext uri="{FF2B5EF4-FFF2-40B4-BE49-F238E27FC236}">
                <a16:creationId xmlns:a16="http://schemas.microsoft.com/office/drawing/2014/main" id="{73F8EF81-745A-431A-9AF5-423BA88F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010" y="1814499"/>
            <a:ext cx="2836919" cy="2560320"/>
          </a:xfrm>
          <a:prstGeom prst="rect">
            <a:avLst/>
          </a:prstGeom>
        </p:spPr>
      </p:pic>
      <p:pic>
        <p:nvPicPr>
          <p:cNvPr id="6" name="Espaço Reservado para Conteúdo 6">
            <a:extLst>
              <a:ext uri="{FF2B5EF4-FFF2-40B4-BE49-F238E27FC236}">
                <a16:creationId xmlns:a16="http://schemas.microsoft.com/office/drawing/2014/main" id="{2B062C75-B6E6-4E2E-B613-8BE75FBF2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111" y="4498631"/>
            <a:ext cx="3242492" cy="1677989"/>
          </a:xfrm>
          <a:prstGeom prst="rect">
            <a:avLst/>
          </a:prstGeom>
        </p:spPr>
      </p:pic>
      <p:pic>
        <p:nvPicPr>
          <p:cNvPr id="7" name="Imagem 6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95435510-3B43-49F1-BA08-F5300E2EC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65" y="4498631"/>
            <a:ext cx="3211464" cy="1677989"/>
          </a:xfrm>
          <a:prstGeom prst="rect">
            <a:avLst/>
          </a:prstGeom>
        </p:spPr>
      </p:pic>
      <p:pic>
        <p:nvPicPr>
          <p:cNvPr id="8" name="Imagem 7" descr="Uma imagem contendo desenho&#10;&#10;Descrição gerada automaticamente">
            <a:extLst>
              <a:ext uri="{FF2B5EF4-FFF2-40B4-BE49-F238E27FC236}">
                <a16:creationId xmlns:a16="http://schemas.microsoft.com/office/drawing/2014/main" id="{6C8CBE00-28E0-4D3B-9877-02E62103F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29" y="4498631"/>
            <a:ext cx="3339282" cy="167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0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91A9C-547D-47D5-A698-1E1AA14F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D833C5-79FC-4112-8908-EBE8AE1A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13BE88-85C5-45FB-A893-C55A56DC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02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C3444-884F-4609-8AD5-9C28F674B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642"/>
            <a:ext cx="10515600" cy="1325563"/>
          </a:xfrm>
        </p:spPr>
        <p:txBody>
          <a:bodyPr/>
          <a:lstStyle/>
          <a:p>
            <a:r>
              <a:rPr lang="pt-BR" dirty="0"/>
              <a:t>TECNOLOGIAS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24C5D0-BD95-4E85-9A10-A2F5699A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6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2A8D63-3AE8-4745-83B4-7479375D0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84" y="2960832"/>
            <a:ext cx="2224580" cy="1854743"/>
          </a:xfrm>
          <a:prstGeom prst="rect">
            <a:avLst/>
          </a:prstGeom>
        </p:spPr>
      </p:pic>
      <p:pic>
        <p:nvPicPr>
          <p:cNvPr id="8" name="Espaço Reservado para Conteúdo 6" descr="Uma imagem contendo quarto&#10;&#10;Descrição gerada automaticamente">
            <a:extLst>
              <a:ext uri="{FF2B5EF4-FFF2-40B4-BE49-F238E27FC236}">
                <a16:creationId xmlns:a16="http://schemas.microsoft.com/office/drawing/2014/main" id="{2896AA77-A0D2-470F-860A-4760FFCFD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760" y="2948162"/>
            <a:ext cx="2855519" cy="198581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7C2CD30A-A5D6-4652-8F9D-43495FB37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3667" y="2627454"/>
            <a:ext cx="3936288" cy="2728632"/>
          </a:xfrm>
          <a:prstGeom prst="rect">
            <a:avLst/>
          </a:prstGeom>
        </p:spPr>
      </p:pic>
      <p:pic>
        <p:nvPicPr>
          <p:cNvPr id="12" name="Imagem 11" descr="Uma imagem contendo pare, placa, tráfego, quarto&#10;&#10;Descrição gerada automaticamente">
            <a:extLst>
              <a:ext uri="{FF2B5EF4-FFF2-40B4-BE49-F238E27FC236}">
                <a16:creationId xmlns:a16="http://schemas.microsoft.com/office/drawing/2014/main" id="{D501DC98-4989-4555-8509-7055C9E47A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68" y="3066570"/>
            <a:ext cx="2855520" cy="174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8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98440-184F-40DE-8881-D07B8B45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5D8B83-45DB-408A-AC8C-2CA598AAF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FBAA94-7F17-434B-87BB-8CA73519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D7E70-B4A0-43C7-8395-8769D2D7269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3897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Projeto “Dengue”</vt:lpstr>
      <vt:lpstr>ÍNDICE</vt:lpstr>
      <vt:lpstr>METODOLOGIA</vt:lpstr>
      <vt:lpstr>FERRAMENTAS</vt:lpstr>
      <vt:lpstr>DOCUMENTAÇÃO</vt:lpstr>
      <vt:lpstr>TECNOLOGIAS</vt:lpstr>
      <vt:lpstr>RESULTADO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“Dengue”</dc:title>
  <dc:creator>LEONI ARAUJO</dc:creator>
  <cp:lastModifiedBy>LEONI ARAUJO</cp:lastModifiedBy>
  <cp:revision>1</cp:revision>
  <dcterms:created xsi:type="dcterms:W3CDTF">2020-06-26T14:00:55Z</dcterms:created>
  <dcterms:modified xsi:type="dcterms:W3CDTF">2020-06-26T14:15:22Z</dcterms:modified>
</cp:coreProperties>
</file>